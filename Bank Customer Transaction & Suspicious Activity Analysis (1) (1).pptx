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Plus Jakarta Sans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944141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285208"/>
            <a:ext cx="76200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285208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001291"/>
            <a:ext cx="1409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20391"/>
            <a:ext cx="9101137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Bank Customer Transaction &amp; Suspicious Activity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761333"/>
            <a:ext cx="239623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CBD5E1"/>
                </a:solidFill>
                <a:latin typeface="Plus Jakarta Sans"/>
              </a:rPr>
              <a:t>Department of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23333"/>
            <a:ext cx="3500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13833"/>
            <a:ext cx="3500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Divya N (B.Sc. CS, Batch: ANP - D7116)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150" y="4523333"/>
            <a:ext cx="1714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GUIDE /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150" y="4713833"/>
            <a:ext cx="1714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Shivakumarselvam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82350" y="523875"/>
            <a:ext cx="400050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81300"/>
            <a:ext cx="53340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781300"/>
            <a:ext cx="53340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519487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890962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262437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519487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890962"/>
            <a:ext cx="1524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4262437"/>
            <a:ext cx="15240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340042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6650" y="561975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095625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Core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095625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Dataset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3486150"/>
            <a:ext cx="56149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Analyze transaction patterns &amp;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857625"/>
            <a:ext cx="56149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Identify fraudulent &amp; suspicious 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4229100"/>
            <a:ext cx="56149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Build interactive Power BI 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9425" y="3486150"/>
            <a:ext cx="5362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Approx. 550,000 banking transaction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9425" y="3857625"/>
            <a:ext cx="5362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Customer, account, merchant &amp; KYC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9425" y="4229100"/>
            <a:ext cx="5362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Cleaned CSV prepared for downstream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72825" y="523875"/>
            <a:ext cx="409575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2385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128962"/>
            <a:ext cx="3505200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2385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406300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Tools &amp;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561975"/>
            <a:ext cx="276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514725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81000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Pandas &amp; NumPy data manipulation.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405187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700462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Structured transaction &amp; fraud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514725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810000"/>
            <a:ext cx="37861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Interactive dashboards &amp;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72825" y="523875"/>
            <a:ext cx="409575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90700"/>
            <a:ext cx="10972800" cy="8572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800350"/>
            <a:ext cx="10972800" cy="8572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810000"/>
            <a:ext cx="10972800" cy="8572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819650"/>
            <a:ext cx="10972800" cy="8572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20478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7725" y="3057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7725" y="40671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47725" y="50768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341292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Project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87125" y="561975"/>
            <a:ext cx="276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04787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30575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406717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50768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1990725"/>
            <a:ext cx="49756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Dataset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1125" y="2228850"/>
            <a:ext cx="4738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Understanding banking schema and data fields.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1125" y="3000375"/>
            <a:ext cx="51131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Python Data 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1125" y="3238500"/>
            <a:ext cx="4869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Handling missing values and exploratory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1125" y="4010025"/>
            <a:ext cx="623827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SQL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1125" y="4248150"/>
            <a:ext cx="59412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Identifying fraudulent behavior and high-value transactions.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1125" y="5019675"/>
            <a:ext cx="51506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Power BI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1125" y="5257800"/>
            <a:ext cx="4905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Visualizing transaction overviews and fraud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72825" y="523875"/>
            <a:ext cx="409575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81300"/>
            <a:ext cx="53340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781300"/>
            <a:ext cx="53340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519487"/>
            <a:ext cx="104775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890962"/>
            <a:ext cx="104775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262437"/>
            <a:ext cx="104775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519487"/>
            <a:ext cx="1047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890962"/>
            <a:ext cx="104775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4262437"/>
            <a:ext cx="10477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597574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Python — Data Cleaning &amp;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87125" y="561975"/>
            <a:ext cx="276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095625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Preparation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095625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Analysis &amp; Visualization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86150"/>
            <a:ext cx="56626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Loaded dataset using 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57625"/>
            <a:ext cx="56626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Checked data types &amp; missing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29100"/>
            <a:ext cx="56626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Handled loan-related nulls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486150"/>
            <a:ext cx="5410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Analyzed transaction amounts &amp;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857625"/>
            <a:ext cx="5410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Explored fraud distribution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4229100"/>
            <a:ext cx="5410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Plotted initial visual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82350" y="523875"/>
            <a:ext cx="400050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622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622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8290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8290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641330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SQL Transaction &amp; Fraud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6650" y="561975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62275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Volume &amp; Type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19450"/>
            <a:ext cx="6143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Total transaction counts by type, channel, and state.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296227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Fraud by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21945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Analyzed fraudulent activity across merchant categories.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29075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Hourly Fraud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286250"/>
            <a:ext cx="6143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Tracked fraudulent activity spikes by transaction hour.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02907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High-Value &amp; Late-Night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28625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Identified high-risk late-night suspicious transactions.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82350" y="523875"/>
            <a:ext cx="400050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67037"/>
            <a:ext cx="53340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967037"/>
            <a:ext cx="53340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705225"/>
            <a:ext cx="1905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076700"/>
            <a:ext cx="1905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705225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4076700"/>
            <a:ext cx="171450" cy="180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6500812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Power BI — Transaction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6650" y="561975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281362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Dashboard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281362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Interactivity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8725" y="3671887"/>
            <a:ext cx="55768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Overall transaction analysis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725" y="4043362"/>
            <a:ext cx="55768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KPI cards for core transaction measures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475" y="3671887"/>
            <a:ext cx="5343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Dynamic charts and filter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475" y="4043362"/>
            <a:ext cx="5343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Activity segmentation by relevant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72825" y="523875"/>
            <a:ext cx="409575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128962"/>
            <a:ext cx="3505200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3128962"/>
            <a:ext cx="3505200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3128962"/>
            <a:ext cx="3505200" cy="1285875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755094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Power BI — Fraud &amp; Suspicious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7125" y="561975"/>
            <a:ext cx="276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05187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Dedicated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00462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Specialized view focused exclusively on fraud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405187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High-Value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700462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Highlighted high-value fraudulent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405187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Late-Night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5325" y="3700462"/>
            <a:ext cx="31242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Visualized suspicious late-night activity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182350" y="523875"/>
            <a:ext cx="400050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622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622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8290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829050"/>
            <a:ext cx="5391150" cy="8763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2475309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6650" y="561975"/>
            <a:ext cx="2667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62275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High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19450"/>
            <a:ext cx="6143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Large volume of transactions successfully processed.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296227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Low Fraud Proportion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21945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Fraud represents a small portion of total transactions.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29075"/>
            <a:ext cx="64508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Channel Variations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286250"/>
            <a:ext cx="6143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Fraud patterns differ across channels and hours.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029075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4C5C"/>
                </a:solidFill>
                <a:latin typeface="Plus Jakarta Sans"/>
              </a:rPr>
              <a:t>Monitoring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286250"/>
            <a:ext cx="5762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Plus Jakarta Sans"/>
              </a:rPr>
              <a:t>Late-night and high-value transactions need special watch.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210925" y="523875"/>
            <a:ext cx="371475" cy="247650"/>
          </a:xfrm>
          <a:prstGeom prst="roundRect">
            <a:avLst>
              <a:gd name="adj" fmla="val 15384"/>
            </a:avLst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88022"/>
            <a:ext cx="5334000" cy="1567755"/>
          </a:xfrm>
          <a:prstGeom prst="roundRect">
            <a:avLst>
              <a:gd name="adj" fmla="val 7290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850802"/>
            <a:ext cx="5334000" cy="1842045"/>
          </a:xfrm>
          <a:prstGeom prst="roundRect">
            <a:avLst>
              <a:gd name="adj" fmla="val 6205"/>
            </a:avLst>
          </a:prstGeom>
          <a:solidFill>
            <a:srgbClr val="FFFFFF"/>
          </a:solidFill>
          <a:ln w="9525">
            <a:solidFill>
              <a:srgbClr val="D7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2187773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4C5C"/>
                </a:solidFill>
                <a:latin typeface="Plus Jakarta San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5225" y="561975"/>
            <a:ext cx="238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02347"/>
            <a:ext cx="61757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End-to-End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92872"/>
            <a:ext cx="48006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Successfully demonstrated an integrated data analytics workflow combining Python, SQL, and Power BI.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165127"/>
            <a:ext cx="56292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4C5C"/>
                </a:solidFill>
                <a:latin typeface="Plus Jakarta Sans"/>
              </a:rPr>
              <a:t>Practical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555652"/>
            <a:ext cx="48006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Provided hands-on experience in handling banking datasets and transforming raw data into actionable dashboards.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002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471737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14552" y="3176587"/>
            <a:ext cx="3162895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380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Gokul S</cp:lastModifiedBy>
  <cp:revision>2</cp:revision>
  <dcterms:created xsi:type="dcterms:W3CDTF">2013-01-27T09:14:16Z</dcterms:created>
  <dcterms:modified xsi:type="dcterms:W3CDTF">2026-09-29T14:33:53Z</dcterms:modified>
  <cp:category/>
</cp:coreProperties>
</file>